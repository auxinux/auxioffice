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fr-CA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CA" smtClean="0"/>
              <a:t>Click to edit Master title style</a:t>
            </a:r>
            <a:endParaRPr lang="fr-CA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CA" smtClean="0"/>
              <a:t>Click to edit Master subtitle style</a:t>
            </a:r>
            <a:endParaRPr lang="fr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fr-CA" smtClean="0"/>
              <a:t>1/27/13</a:t>
            </a:fld>
            <a:endParaRPr lang="fr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smtClean="0"/>
              <a:t>Click to edit Master title style</a:t>
            </a:r>
            <a:endParaRPr lang="fr-CA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CA" smtClean="0"/>
              <a:t>Click to edit Master text styles</a:t>
            </a:r>
          </a:p>
          <a:p>
            <a:pPr lvl="1"/>
            <a:r>
              <a:rPr lang="fr-CA" smtClean="0"/>
              <a:t>Second level</a:t>
            </a:r>
          </a:p>
          <a:p>
            <a:pPr lvl="2"/>
            <a:r>
              <a:rPr lang="fr-CA" smtClean="0"/>
              <a:t>Third level</a:t>
            </a:r>
          </a:p>
          <a:p>
            <a:pPr lvl="3"/>
            <a:r>
              <a:rPr lang="fr-CA" smtClean="0"/>
              <a:t>Fourth level</a:t>
            </a:r>
          </a:p>
          <a:p>
            <a:pPr lvl="4"/>
            <a:r>
              <a:rPr lang="fr-CA" smtClean="0"/>
              <a:t>Fifth level</a:t>
            </a:r>
            <a:endParaRPr lang="fr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fr-CA" smtClean="0"/>
              <a:t>1/27/13</a:t>
            </a:fld>
            <a:endParaRPr lang="fr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CA" smtClean="0"/>
              <a:t>Click to edit Master title style</a:t>
            </a:r>
            <a:endParaRPr lang="fr-CA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CA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fr-CA" smtClean="0"/>
              <a:t>1/27/13</a:t>
            </a:fld>
            <a:endParaRPr lang="fr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smtClean="0"/>
              <a:t>Click to edit Master title style</a:t>
            </a:r>
            <a:endParaRPr lang="fr-CA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CA" smtClean="0"/>
              <a:t>Click to edit Master text styles</a:t>
            </a:r>
          </a:p>
          <a:p>
            <a:pPr lvl="1"/>
            <a:r>
              <a:rPr lang="fr-CA" smtClean="0"/>
              <a:t>Second level</a:t>
            </a:r>
          </a:p>
          <a:p>
            <a:pPr lvl="2"/>
            <a:r>
              <a:rPr lang="fr-CA" smtClean="0"/>
              <a:t>Third level</a:t>
            </a:r>
          </a:p>
          <a:p>
            <a:pPr lvl="3"/>
            <a:r>
              <a:rPr lang="fr-CA" smtClean="0"/>
              <a:t>Fourth level</a:t>
            </a:r>
          </a:p>
          <a:p>
            <a:pPr lvl="4"/>
            <a:r>
              <a:rPr lang="fr-CA" smtClean="0"/>
              <a:t>Fifth level</a:t>
            </a:r>
            <a:endParaRPr lang="fr-CA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CA" smtClean="0"/>
              <a:t>Click to edit Master text styles</a:t>
            </a:r>
          </a:p>
          <a:p>
            <a:pPr lvl="1"/>
            <a:r>
              <a:rPr lang="fr-CA" smtClean="0"/>
              <a:t>Second level</a:t>
            </a:r>
          </a:p>
          <a:p>
            <a:pPr lvl="2"/>
            <a:r>
              <a:rPr lang="fr-CA" smtClean="0"/>
              <a:t>Third level</a:t>
            </a:r>
          </a:p>
          <a:p>
            <a:pPr lvl="3"/>
            <a:r>
              <a:rPr lang="fr-CA" smtClean="0"/>
              <a:t>Fourth level</a:t>
            </a:r>
          </a:p>
          <a:p>
            <a:pPr lvl="4"/>
            <a:r>
              <a:rPr lang="fr-CA" smtClean="0"/>
              <a:t>Fifth level</a:t>
            </a:r>
            <a:endParaRPr lang="fr-CA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fr-CA" smtClean="0"/>
              <a:t>1/27/13</a:t>
            </a:fld>
            <a:endParaRPr lang="fr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CA" smtClean="0"/>
              <a:t>Click to edit Master title style</a:t>
            </a:r>
            <a:endParaRPr lang="fr-CA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CA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CA" smtClean="0"/>
              <a:t>Click to edit Master text styles</a:t>
            </a:r>
          </a:p>
          <a:p>
            <a:pPr lvl="1"/>
            <a:r>
              <a:rPr lang="fr-CA" smtClean="0"/>
              <a:t>Second level</a:t>
            </a:r>
          </a:p>
          <a:p>
            <a:pPr lvl="2"/>
            <a:r>
              <a:rPr lang="fr-CA" smtClean="0"/>
              <a:t>Third level</a:t>
            </a:r>
          </a:p>
          <a:p>
            <a:pPr lvl="3"/>
            <a:r>
              <a:rPr lang="fr-CA" smtClean="0"/>
              <a:t>Fourth level</a:t>
            </a:r>
          </a:p>
          <a:p>
            <a:pPr lvl="4"/>
            <a:r>
              <a:rPr lang="fr-CA" smtClean="0"/>
              <a:t>Fifth level</a:t>
            </a:r>
            <a:endParaRPr lang="fr-CA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CA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CA" smtClean="0"/>
              <a:t>Click to edit Master text styles</a:t>
            </a:r>
          </a:p>
          <a:p>
            <a:pPr lvl="1"/>
            <a:r>
              <a:rPr lang="fr-CA" smtClean="0"/>
              <a:t>Second level</a:t>
            </a:r>
          </a:p>
          <a:p>
            <a:pPr lvl="2"/>
            <a:r>
              <a:rPr lang="fr-CA" smtClean="0"/>
              <a:t>Third level</a:t>
            </a:r>
          </a:p>
          <a:p>
            <a:pPr lvl="3"/>
            <a:r>
              <a:rPr lang="fr-CA" smtClean="0"/>
              <a:t>Fourth level</a:t>
            </a:r>
          </a:p>
          <a:p>
            <a:pPr lvl="4"/>
            <a:r>
              <a:rPr lang="fr-CA" smtClean="0"/>
              <a:t>Fifth level</a:t>
            </a:r>
            <a:endParaRPr lang="fr-CA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fr-CA" smtClean="0"/>
              <a:t>1/27/13</a:t>
            </a:fld>
            <a:endParaRPr lang="fr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smtClean="0"/>
              <a:t>Click to edit Master title style</a:t>
            </a:r>
            <a:endParaRPr lang="fr-CA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fr-CA" smtClean="0"/>
              <a:t>1/27/13</a:t>
            </a:fld>
            <a:endParaRPr lang="fr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fr-CA" smtClean="0"/>
              <a:t>1/27/13</a:t>
            </a:fld>
            <a:endParaRPr lang="fr-C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CA" smtClean="0"/>
              <a:t>Click to edit Master title style</a:t>
            </a:r>
            <a:endParaRPr lang="fr-CA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CA" smtClean="0"/>
              <a:t>Click to edit Master text styles</a:t>
            </a:r>
          </a:p>
          <a:p>
            <a:pPr lvl="1"/>
            <a:r>
              <a:rPr lang="fr-CA" smtClean="0"/>
              <a:t>Second level</a:t>
            </a:r>
          </a:p>
          <a:p>
            <a:pPr lvl="2"/>
            <a:r>
              <a:rPr lang="fr-CA" smtClean="0"/>
              <a:t>Third level</a:t>
            </a:r>
          </a:p>
          <a:p>
            <a:pPr lvl="3"/>
            <a:r>
              <a:rPr lang="fr-CA" smtClean="0"/>
              <a:t>Fourth level</a:t>
            </a:r>
          </a:p>
          <a:p>
            <a:pPr lvl="4"/>
            <a:r>
              <a:rPr lang="fr-CA" smtClean="0"/>
              <a:t>Fifth level</a:t>
            </a:r>
            <a:endParaRPr lang="fr-CA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CA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fr-CA" smtClean="0"/>
              <a:t>1/27/13</a:t>
            </a:fld>
            <a:endParaRPr lang="fr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CA" smtClean="0"/>
              <a:t>Click to edit Master title style</a:t>
            </a:r>
            <a:endParaRPr lang="fr-CA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CA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fr-CA" smtClean="0"/>
              <a:t>1/27/13</a:t>
            </a:fld>
            <a:endParaRPr lang="fr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smtClean="0"/>
              <a:t>Click to edit Master title style</a:t>
            </a:r>
            <a:endParaRPr lang="fr-CA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CA" smtClean="0"/>
              <a:t>Click to edit Master text styles</a:t>
            </a:r>
          </a:p>
          <a:p>
            <a:pPr lvl="1"/>
            <a:r>
              <a:rPr lang="fr-CA" smtClean="0"/>
              <a:t>Second level</a:t>
            </a:r>
          </a:p>
          <a:p>
            <a:pPr lvl="2"/>
            <a:r>
              <a:rPr lang="fr-CA" smtClean="0"/>
              <a:t>Third level</a:t>
            </a:r>
          </a:p>
          <a:p>
            <a:pPr lvl="3"/>
            <a:r>
              <a:rPr lang="fr-CA" smtClean="0"/>
              <a:t>Fourth level</a:t>
            </a:r>
          </a:p>
          <a:p>
            <a:pPr lvl="4"/>
            <a:r>
              <a:rPr lang="fr-CA" smtClean="0"/>
              <a:t>Fifth level</a:t>
            </a:r>
            <a:endParaRPr lang="fr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fr-CA" smtClean="0"/>
              <a:t>1/27/13</a:t>
            </a:fld>
            <a:endParaRPr lang="fr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fr-CA" smtClean="0"/>
              <a:t>Click to edit Master title style</a:t>
            </a:r>
            <a:endParaRPr lang="fr-CA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fr-CA" smtClean="0"/>
              <a:t>Click to edit Master text styles</a:t>
            </a:r>
          </a:p>
          <a:p>
            <a:pPr lvl="1"/>
            <a:r>
              <a:rPr lang="fr-CA" smtClean="0"/>
              <a:t>Second level</a:t>
            </a:r>
          </a:p>
          <a:p>
            <a:pPr lvl="2"/>
            <a:r>
              <a:rPr lang="fr-CA" smtClean="0"/>
              <a:t>Third level</a:t>
            </a:r>
          </a:p>
          <a:p>
            <a:pPr lvl="3"/>
            <a:r>
              <a:rPr lang="fr-CA" smtClean="0"/>
              <a:t>Fourth level</a:t>
            </a:r>
          </a:p>
          <a:p>
            <a:pPr lvl="4"/>
            <a:r>
              <a:rPr lang="fr-CA" smtClean="0"/>
              <a:t>Fifth level</a:t>
            </a:r>
            <a:endParaRPr lang="fr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fr-CA" smtClean="0"/>
              <a:t>1/27/13</a:t>
            </a:fld>
            <a:endParaRPr lang="fr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CA" smtClean="0"/>
              <a:t>Click to edit Master title style</a:t>
            </a:r>
            <a:endParaRPr lang="fr-CA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CA" smtClean="0"/>
              <a:t>Click to edit Master text styles</a:t>
            </a:r>
          </a:p>
          <a:p>
            <a:pPr lvl="1"/>
            <a:r>
              <a:rPr lang="fr-CA" smtClean="0"/>
              <a:t>Second level</a:t>
            </a:r>
          </a:p>
          <a:p>
            <a:pPr lvl="2"/>
            <a:r>
              <a:rPr lang="fr-CA" smtClean="0"/>
              <a:t>Third level</a:t>
            </a:r>
          </a:p>
          <a:p>
            <a:pPr lvl="3"/>
            <a:r>
              <a:rPr lang="fr-CA" smtClean="0"/>
              <a:t>Fourth level</a:t>
            </a:r>
          </a:p>
          <a:p>
            <a:pPr lvl="4"/>
            <a:r>
              <a:rPr lang="fr-CA" smtClean="0"/>
              <a:t>Fifth level</a:t>
            </a:r>
            <a:endParaRPr lang="fr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fr-CA" smtClean="0"/>
              <a:t>1/27/13</a:t>
            </a:fld>
            <a:endParaRPr lang="fr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CA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