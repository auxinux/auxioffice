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fr-CA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smtClean="0"/>
              <a:t>Click to edit Master subtitle style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smtClean="0"/>
              <a:t>Click to edit Master title style</a:t>
            </a:r>
            <a:endParaRPr lang="fr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fr-CA" smtClean="0"/>
              <a:t>1/27/13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2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CA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